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8896220060a49ce" /><Relationship Type="http://schemas.openxmlformats.org/officeDocument/2006/relationships/extended-properties" Target="/docProps/app.xml" Id="Re8610f6886ac4e2a" /><Relationship Type="http://schemas.openxmlformats.org/officeDocument/2006/relationships/officeDocument" Target="/ppt/presentation.xml" Id="R5fa9ebb690cb4bd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a5fe134d6e74fa9"/>
  </p:sldMasterIdLst>
  <p:notesMasterIdLst>
    <p:notesMasterId xmlns:r="http://schemas.openxmlformats.org/officeDocument/2006/relationships" r:id="R766456d269af4d2a"/>
  </p:notesMasterIdLst>
  <p:sldIdLst>
    <p:sldId xmlns:r="http://schemas.openxmlformats.org/officeDocument/2006/relationships" id="256" r:id="R2238eea8a7c5427e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d438d01e4274c07" /><Relationship Type="http://schemas.openxmlformats.org/officeDocument/2006/relationships/slideMaster" Target="/ppt/slideMasters/slideMaster1.xml" Id="R3a5fe134d6e74fa9" /><Relationship Type="http://schemas.openxmlformats.org/officeDocument/2006/relationships/notesMaster" Target="/ppt/notesMasters/notesMaster1.xml" Id="R766456d269af4d2a" /><Relationship Type="http://schemas.openxmlformats.org/officeDocument/2006/relationships/presProps" Target="/ppt/presProps.xml" Id="Rdf9cf632b93149a9" /><Relationship Type="http://schemas.openxmlformats.org/officeDocument/2006/relationships/tableStyles" Target="/ppt/tableStyles.xml" Id="R591681d0c5cb4cae" /><Relationship Type="http://schemas.openxmlformats.org/officeDocument/2006/relationships/slide" Target="/ppt/slides/slide1.xml" Id="R2238eea8a7c5427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aef2a385cbb4fb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f67929ed424105" /><Relationship Type="http://schemas.openxmlformats.org/officeDocument/2006/relationships/notesMaster" Target="/ppt/notesMasters/notesMaster1.xml" Id="Rd822650a82de43a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 illustrative local-rule ant-colony diagram, painted manually in Paint 10.</a:t>
            </a:r>
          </a:p>
          <a:p xmlns:a="http://schemas.openxmlformats.org/drawingml/2006/main">
            <a:r>
              <a:t>The conceptual diagram concerns local pheromone sensing, trail deposition, and evaporation.</a:t>
            </a:r>
          </a:p>
          <a:p xmlns:a="http://schemas.openxmlformats.org/drawingml/2006/main">
            <a:r>
              <a:t>It does not report a numerical simulation, measured trajectories, benchmark results, or a calibrated biological model.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Marco Dorigo (2007), Ant colony optimization, Scholarpedia 2(3):1461.</a:t>
            </a:r>
          </a:p>
          <a:p xmlns:a="http://schemas.openxmlformats.org/drawingml/2006/main">
            <a:r>
              <a:t>https://www.scholarpedia.org/article/Ant_colony_optimization</a:t>
            </a:r>
          </a:p>
          <a:p xmlns:a="http://schemas.openxmlformats.org/drawingml/2006/main">
            <a:r>
              <a:t>https://doi.org/10.4249/scholarpedia.1461</a:t>
            </a:r>
          </a:p>
          <a:p xmlns:a="http://schemas.openxmlformats.org/drawingml/2006/main">
            <a:r>
              <a:t>Background reference for pheromone-guided choices, reinforcement, and evaporation; no external visual assets are used.</a:t>
            </a:r>
          </a:p>
          <a:p xmlns:a="http://schemas.openxmlformats.org/drawingml/2006/main">
            <a:r>
              <a:t>Visual source: artworks/ant-colony-simulation.png, created manually inside Paint 10.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10dac546584b3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1debe58394e4343" /><Relationship Type="http://schemas.openxmlformats.org/officeDocument/2006/relationships/slideLayout" Target="/ppt/slideLayouts/slideLayout1.xml" Id="R9501e1a09cd94f3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501e1a09cd94f3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93d2b314504765" /><Relationship Type="http://schemas.openxmlformats.org/officeDocument/2006/relationships/image" Target="/ppt/media/image.png" Id="R8249820e69084741" /><Relationship Type="http://schemas.openxmlformats.org/officeDocument/2006/relationships/notesSlide" Target="/ppt/notesSlides/notesSlide1.xml" Id="Rc725ebca080945e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49820e69084741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4536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2026-09-08T22:23:02.9970000Z</dcterms:created>
  <dcterms:modified xsi:type="dcterms:W3CDTF">2026-09-08T22:23:02.9980000Z</dcterms:modified>
</coreProperties>
</file>